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Lead Management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Technical Overview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645920" cy="38404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1089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3108960"/>
            <a:ext cx="1645920" cy="38404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31089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3108960"/>
            <a:ext cx="1645920" cy="38404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31089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3108960"/>
            <a:ext cx="1645920" cy="38404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31089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Submission  |  Full Stack Engineer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login &amp; register with bcrypt password hashing. Role middleware protects every route.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005840"/>
            <a:ext cx="265176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143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Management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37560" y="1627632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leads with pagination, search, sort &amp; filter by status/source. Auto round-robin assignment.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1005840"/>
            <a:ext cx="265176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143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Based Access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2200" y="1627632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 — Admin, Manager, Agent. Each role sees and can do only what they are permitted to.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Node.js  +  Express.js  +  PostgreSQL  +  React.js  +  JWT  +  Bootstrap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840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38404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Routes/          → API route definitions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Controllers/     → Request handlers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Services/        → Business logic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Middleware/      → Auth + Role guards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Utils/           → Logger, Assignment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db/              → PostgreSQL pool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server.js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.env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960120"/>
            <a:ext cx="41148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389888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Login.jsx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Register.jsx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Dashboard.jsx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LeadList.jsx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CreatedLead.jsx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EditLead.jsx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LeadDetails.jsx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services/       → API calls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api/            → Axios config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 &amp; Role-Based Access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38404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10972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4630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sent to /api/auth/login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40280"/>
            <a:ext cx="38404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4028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3317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6974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hashes password before storing in DB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474720"/>
            <a:ext cx="38404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7472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" y="356616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Issued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39319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contains { id, role } — signed with secret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0058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005840"/>
            <a:ext cx="38404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00584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76088" y="10972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Request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76088" y="14630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sent in Authorization: Bearer header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2402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240280"/>
            <a:ext cx="38404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24028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76088" y="23317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76088" y="26974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token, attaches req.user to request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474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474720"/>
            <a:ext cx="38404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47472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76088" y="356616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Middleware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76088" y="39319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req.user.role against allowed roles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Permissions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828032"/>
          <a:ext cx="8412480" cy="82296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383280"/>
              </a:tblGrid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Leads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Create/Edit/Delete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leads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leads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leads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46888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60120"/>
            <a:ext cx="246888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" y="134416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29768" y="166420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9768" y="198424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(unique)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230428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262432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294436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80360" y="960120"/>
            <a:ext cx="2468880" cy="3227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80360" y="960120"/>
            <a:ext cx="246888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960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90088" y="134416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90088" y="166420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90088" y="198424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90088" y="230428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90088" y="262432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90088" y="294436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90088" y="326440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assigned_to (FK→users)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90088" y="358444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90088" y="390448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960120"/>
            <a:ext cx="2468880" cy="1947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32120" y="960120"/>
            <a:ext cx="246888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960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activity_logs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41848" y="134416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41848" y="166420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lead_id (FK→leads)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41848" y="198424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41848" y="230428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performed_by (FK→users)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41848" y="262432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291840"/>
            <a:ext cx="22860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291840"/>
            <a:ext cx="22860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2918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9768" y="3675888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(PK)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9768" y="3995928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Primary Key    FK = Foreign Key (indexed)    settings table persists round-robin assignment index across server restarts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Assignment Logic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creates lead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31720" y="1389888"/>
            <a:ext cx="91440" cy="182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411480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all AGENT users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31720" y="2029968"/>
            <a:ext cx="91440" cy="182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94560"/>
            <a:ext cx="411480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9456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last_index from DB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31720" y="2670048"/>
            <a:ext cx="91440" cy="182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34640"/>
            <a:ext cx="411480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346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nextIndex = (last+1) % 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31720" y="3310128"/>
            <a:ext cx="91440" cy="182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74720"/>
            <a:ext cx="411480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7472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lead to agents[nextIndex]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1720" y="3950208"/>
            <a:ext cx="91440" cy="182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114800"/>
            <a:ext cx="4114800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11480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nextIndex back to DB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91440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1024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DB-persisted index?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14630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index resets to 0 on every server restart — agents at start of list get more leads unfairly.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index in settings table ensures fair distribution even after restarts or deployments.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CONFLICT DO UPDATE makes it a safe upsert — no duplicate key errors.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extendable to least-loaded assignment by querying lead count per agent.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Improvements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4023360" cy="3840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155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+ bcrypt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(3 roles)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lead assignment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logs (4 events)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+ search + filter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API (randomuser)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layered architecture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005840"/>
            <a:ext cx="4023360" cy="3840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1155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Improvements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1572768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for lead lists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 for email notify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live lead updates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 docs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docker-compose setup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with Jest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on auth routes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Lead Management System</dc:title>
  <dc:subject>PptxGenJS Presentation</dc:subject>
  <dc:creator>PptxGenJS</dc:creator>
  <cp:lastModifiedBy>PptxGenJS</cp:lastModifiedBy>
  <cp:revision>1</cp:revision>
  <dcterms:created xsi:type="dcterms:W3CDTF">2026-06-02T04:19:02Z</dcterms:created>
  <dcterms:modified xsi:type="dcterms:W3CDTF">2026-06-02T04:19:02Z</dcterms:modified>
</cp:coreProperties>
</file>